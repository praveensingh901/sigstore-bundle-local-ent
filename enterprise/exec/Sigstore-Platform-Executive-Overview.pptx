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699b86dc-7b53-81ef-af77-4b381884eea2}">
          <p14:sldIdLst>
            <p14:sldId id="256"/>
            <p14:sldId id="257"/>
          </p14:sldIdLst>
        </p14:section>
        <p14:section name="Design" id="{6129e7ac-aa54-eb6b-c1b6-ac1a33521242}">
          <p14:sldIdLst>
            <p14:sldId id="258"/>
            <p14:sldId id="259"/>
            <p14:sldId id="260"/>
            <p14:sldId id="261"/>
          </p14:sldIdLst>
        </p14:section>
        <p14:section name="Readiness" id="{ca7ca733-f490-a7a0-17a9-9a7b0d6358e6}">
          <p14:sldIdLst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approve the design and the five decisions D1–D5 so the key ceremony can be booked.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Regulatory drivers: NIST SSDF, SLSA, PCI DSS 4.0 software integrity.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Signing needs the AWS platform; verification never does. A Region outage stops new signatures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6304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08960"/>
            <a:ext cx="10058400" cy="3108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Private Sigstore Platform · Executive overview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630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image signed. Every cluster checks.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08960"/>
            <a:ext cx="10058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A private Sigstore on AWS, anchored in the corporate root CA, enforced on EKS, AKS, OpenShift and on-prem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we cannot prove where a running image came from</a:t>
            </a:r>
            <a:endParaRPr lang="en-US" sz="3200" dirty="0"/>
          </a:p>
        </p:txBody>
      </p:sp>
      <p:sp>
        <p:nvSpPr>
          <p:cNvPr id="3" name="card Today"/>
          <p:cNvSpPr/>
          <p:nvPr/>
        </p:nvSpPr>
        <p:spPr>
          <a:xfrm>
            <a:off x="548640" y="1371600"/>
            <a:ext cx="539496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Today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Any cluster runs any image it can pull: built on a laptop, copied from the internet, or changed in a registry.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 an incident or an audit we cannot show who built an image, from which source, or that it is unchanged.</a:t>
            </a:r>
            <a:endParaRPr lang="en-US" sz="1400" dirty="0"/>
          </a:p>
        </p:txBody>
      </p:sp>
      <p:sp>
        <p:nvSpPr>
          <p:cNvPr id="6" name="card After this programme"/>
          <p:cNvSpPr/>
          <p:nvPr/>
        </p:nvSpPr>
        <p:spPr>
          <a:xfrm>
            <a:off x="6263640" y="1371600"/>
            <a:ext cx="5394960" cy="3108960"/>
          </a:xfrm>
          <a:prstGeom prst="roundRect">
            <a:avLst>
              <a:gd name="adj" fmla="val 235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After this programme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196596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Pipelines sign images with their GitHub workflow identity; engineers sign images and commits (gitsign) with their corporate login. No signing keys to manage.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Every signature is in logs we operate. Clusters verify against trust data next to them and deny unsigned images.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84632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3"/>
                </a:solidFill>
              </a:rPr>
              <a:t>Evidence regulators and auditors ask for: NIST SSDF, SLSA, PCI DSS 4.0 software integrity.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centrally in AWS, verify locally everywhere</a:t>
            </a:r>
            <a:endParaRPr lang="en-US" sz="3200" dirty="0"/>
          </a:p>
        </p:txBody>
      </p:sp>
      <p:pic>
        <p:nvPicPr>
          <p:cNvPr id="3" name="Image 0" descr="Architecture: GitHub workflows sign through runners in AWS; trust replicated to EKS, AKS, OpenShift and on-pr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234440"/>
            <a:ext cx="9875520" cy="476141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is anchored in our own root CA</a:t>
            </a:r>
            <a:endParaRPr lang="en-US" sz="3200" dirty="0"/>
          </a:p>
        </p:txBody>
      </p:sp>
      <p:pic>
        <p:nvPicPr>
          <p:cNvPr id="3" name="Image 0" descr="PKI hierarchy under the offline corporate ro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498080" cy="1979723"/>
          </a:xfrm>
          <a:prstGeom prst="rect">
            <a:avLst/>
          </a:prstGeom>
        </p:spPr>
      </p:pic>
      <p:sp>
        <p:nvSpPr>
          <p:cNvPr id="4" name="card Key facts"/>
          <p:cNvSpPr/>
          <p:nvPr/>
        </p:nvSpPr>
        <p:spPr>
          <a:xfrm>
            <a:off x="8321040" y="1234440"/>
            <a:ext cx="3337560" cy="365760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503920" y="13716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Key facts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8503920" y="1828800"/>
            <a:ext cx="2971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CA, TSA and log keys live in AWS KMS: non-exportable, every use logged.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 CS is unchanged.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Trust updates reach every cluster through TUF, signed 2-of-3 by custodians.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657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 recorded ceremony: the offline root signs the Sigstore CA, the TSA certificate and two TLS subordinates.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634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Ceremony scripts were tested against real Fulcio and TSA binaries, including the certificates they must reject.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policy pack enforces on every platform</a:t>
            </a:r>
            <a:endParaRPr lang="en-US" sz="3200" dirty="0"/>
          </a:p>
        </p:txBody>
      </p:sp>
      <p:sp>
        <p:nvSpPr>
          <p:cNvPr id="3" name="card EKS"/>
          <p:cNvSpPr/>
          <p:nvPr/>
        </p:nvSpPr>
        <p:spPr>
          <a:xfrm>
            <a:off x="548640" y="137160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EKS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Kyverno 1.19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ECR · TUF mirror in AWS</a:t>
            </a:r>
            <a:endParaRPr lang="en-US" sz="1400" dirty="0"/>
          </a:p>
        </p:txBody>
      </p:sp>
      <p:sp>
        <p:nvSpPr>
          <p:cNvPr id="6" name="card AKS"/>
          <p:cNvSpPr/>
          <p:nvPr/>
        </p:nvSpPr>
        <p:spPr>
          <a:xfrm>
            <a:off x="3383280" y="137160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15087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AKS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1965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Kyverno 1.19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ACR · Azure Blob replica</a:t>
            </a:r>
            <a:endParaRPr lang="en-US" sz="1400" dirty="0"/>
          </a:p>
        </p:txBody>
      </p:sp>
      <p:sp>
        <p:nvSpPr>
          <p:cNvPr id="9" name="card OpenShift"/>
          <p:cNvSpPr/>
          <p:nvPr/>
        </p:nvSpPr>
        <p:spPr>
          <a:xfrm>
            <a:off x="6217920" y="137160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5087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OpenShift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965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Kyverno 1.19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ACR / Quay · nearest replica</a:t>
            </a:r>
            <a:endParaRPr lang="en-US" sz="1400" dirty="0"/>
          </a:p>
        </p:txBody>
      </p:sp>
      <p:sp>
        <p:nvSpPr>
          <p:cNvPr id="12" name="card On-prem"/>
          <p:cNvSpPr/>
          <p:nvPr/>
        </p:nvSpPr>
        <p:spPr>
          <a:xfrm>
            <a:off x="9052560" y="137160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35440" y="15087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On-prem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1965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Kyverno 1.19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Harbor · on-prem replica</a:t>
            </a:r>
            <a:endParaRPr lang="en-US" sz="1400" dirty="0"/>
          </a:p>
        </p:txBody>
      </p:sp>
      <p:sp>
        <p:nvSpPr>
          <p:cNvPr id="15" name="card How it works"/>
          <p:cNvSpPr/>
          <p:nvPr/>
        </p:nvSpPr>
        <p:spPr>
          <a:xfrm>
            <a:off x="548640" y="3200400"/>
            <a:ext cx="1110996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337560"/>
            <a:ext cx="10744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How it works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794760"/>
            <a:ext cx="10744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Kyverno checks each Pod's images against the signer identity and the bank's TUF root, offline, at admission. Rollout goes Audit first, then Deny by tier. A per-namespace break-glass label can be set only by the platform Argo CD and pages security on-call. OpenShift's native image policy cannot match pipeline identities, so it is only an optional second layer.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Twelve recorded decisions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54406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6177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ADR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Decision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0001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Private Sigstore, not public-good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0002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Rekor v1 now, v2 when AWS supports KMS signing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0003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Keys in AWS KMS (multi-Region)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0004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Sigstore CA directly under the offline root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0005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Keycloak brokers Entra ID and AD FS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0006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GitHub enterprise-unique OIDC issuer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325880"/>
          <a:ext cx="54406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6177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ADR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Decision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0007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Kyverno on every platform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0008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TUF trust distribution, 2-of-3 custodians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0009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Self-hosted runners in AWS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0010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Build on upstream; RHTAS as exit path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0011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IRSA, no static AWS keys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0012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TLS from a name-constrained Private CA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fail safe, checked before it ships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1 min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log data loss on Region failure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3716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h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22860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to restore signing in me-south-1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3716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days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22860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clusters keep verifying if publishing stops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052560" y="13716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9052560" y="22860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static AWS keys</a:t>
            </a:r>
            <a:endParaRPr lang="en-US" sz="1400" dirty="0"/>
          </a:p>
        </p:txBody>
      </p:sp>
      <p:sp>
        <p:nvSpPr>
          <p:cNvPr id="11" name="card Validation so far (static; nothing deployed yet)"/>
          <p:cNvSpPr/>
          <p:nvPr/>
        </p:nvSpPr>
        <p:spPr>
          <a:xfrm>
            <a:off x="548640" y="3383280"/>
            <a:ext cx="111099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520440"/>
            <a:ext cx="10744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Validation so far (static; nothing deployed yet)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977640"/>
            <a:ext cx="10744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Terraform validate, tflint and checkov with 0 failures · 647 Kubernetes objects valid against real CRD schemas · Kyverno policy tests · TUF tooling end to end with tamper detection · offline laptop stack end to end, including gitsign · an independent reviewer checked the design against source code and vendor docs, and every finding was fixed.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First deployment goes to a sandbox account set and must pass an 11-step smoke test.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weeks to adoption, then enforcement by tier</a:t>
            </a:r>
            <a:endParaRPr lang="en-US" sz="3200" dirty="0"/>
          </a:p>
        </p:txBody>
      </p:sp>
      <p:sp>
        <p:nvSpPr>
          <p:cNvPr id="3" name="marker 0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Decisions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Weeks 1–2</a:t>
            </a:r>
            <a:endParaRPr lang="en-US" sz="1300" dirty="0"/>
          </a:p>
        </p:txBody>
      </p:sp>
      <p:sp>
        <p:nvSpPr>
          <p:cNvPr id="7" name="connector 0"/>
          <p:cNvSpPr/>
          <p:nvPr/>
        </p:nvSpPr>
        <p:spPr>
          <a:xfrm>
            <a:off x="1143000" y="1801368"/>
            <a:ext cx="1554480" cy="0"/>
          </a:xfrm>
          <a:prstGeom prst="line">
            <a:avLst/>
          </a:prstGeom>
          <a:noFill/>
          <a:ln w="19050">
            <a:solidFill>
              <a:srgbClr val="8EA4B8"/>
            </a:solidFill>
            <a:prstDash val="solid"/>
          </a:ln>
        </p:spPr>
      </p:sp>
      <p:sp>
        <p:nvSpPr>
          <p:cNvPr id="8" name="marker 1"/>
          <p:cNvSpPr/>
          <p:nvPr/>
        </p:nvSpPr>
        <p:spPr>
          <a:xfrm>
            <a:off x="2788920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889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2402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Foundations + ceremony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Weeks 2–3</a:t>
            </a:r>
            <a:endParaRPr lang="en-US" sz="1300" dirty="0"/>
          </a:p>
        </p:txBody>
      </p:sp>
      <p:sp>
        <p:nvSpPr>
          <p:cNvPr id="12" name="connector 1"/>
          <p:cNvSpPr/>
          <p:nvPr/>
        </p:nvSpPr>
        <p:spPr>
          <a:xfrm>
            <a:off x="3383280" y="1801368"/>
            <a:ext cx="1554480" cy="0"/>
          </a:xfrm>
          <a:prstGeom prst="line">
            <a:avLst/>
          </a:prstGeom>
          <a:noFill/>
          <a:ln w="19050">
            <a:solidFill>
              <a:srgbClr val="8EA4B8"/>
            </a:solidFill>
            <a:prstDash val="solid"/>
          </a:ln>
        </p:spPr>
      </p:sp>
      <p:sp>
        <p:nvSpPr>
          <p:cNvPr id="13" name="marker 2"/>
          <p:cNvSpPr/>
          <p:nvPr/>
        </p:nvSpPr>
        <p:spPr>
          <a:xfrm>
            <a:off x="5029200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22402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Pilot: 3 repos, 2 clusters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Weeks 3–4</a:t>
            </a:r>
            <a:endParaRPr lang="en-US" sz="1300" dirty="0"/>
          </a:p>
        </p:txBody>
      </p:sp>
      <p:sp>
        <p:nvSpPr>
          <p:cNvPr id="17" name="connector 2"/>
          <p:cNvSpPr/>
          <p:nvPr/>
        </p:nvSpPr>
        <p:spPr>
          <a:xfrm>
            <a:off x="5623560" y="1801368"/>
            <a:ext cx="1554480" cy="0"/>
          </a:xfrm>
          <a:prstGeom prst="line">
            <a:avLst/>
          </a:prstGeom>
          <a:noFill/>
          <a:ln w="19050">
            <a:solidFill>
              <a:srgbClr val="8EA4B8"/>
            </a:solidFill>
            <a:prstDash val="solid"/>
          </a:ln>
        </p:spPr>
      </p:sp>
      <p:sp>
        <p:nvSpPr>
          <p:cNvPr id="18" name="marker 3"/>
          <p:cNvSpPr/>
          <p:nvPr/>
        </p:nvSpPr>
        <p:spPr>
          <a:xfrm>
            <a:off x="7269480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694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269480" y="22402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Adoption, Audit everywhere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Weeks 4–8</a:t>
            </a:r>
            <a:endParaRPr lang="en-US" sz="1300" dirty="0"/>
          </a:p>
        </p:txBody>
      </p:sp>
      <p:sp>
        <p:nvSpPr>
          <p:cNvPr id="22" name="connector 3"/>
          <p:cNvSpPr/>
          <p:nvPr/>
        </p:nvSpPr>
        <p:spPr>
          <a:xfrm>
            <a:off x="7863840" y="1801368"/>
            <a:ext cx="1554480" cy="0"/>
          </a:xfrm>
          <a:prstGeom prst="line">
            <a:avLst/>
          </a:prstGeom>
          <a:noFill/>
          <a:ln w="19050">
            <a:solidFill>
              <a:srgbClr val="8EA4B8"/>
            </a:solidFill>
            <a:prstDash val="solid"/>
          </a:ln>
        </p:spPr>
      </p:sp>
      <p:sp>
        <p:nvSpPr>
          <p:cNvPr id="23" name="marker 4"/>
          <p:cNvSpPr/>
          <p:nvPr/>
        </p:nvSpPr>
        <p:spPr>
          <a:xfrm>
            <a:off x="9509760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50976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509760" y="22402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Deny by tier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50976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2 weeks per tier</a:t>
            </a:r>
            <a:endParaRPr lang="en-US" sz="1300" dirty="0"/>
          </a:p>
        </p:txBody>
      </p:sp>
      <p:sp>
        <p:nvSpPr>
          <p:cNvPr id="27" name="card Exit criteria"/>
          <p:cNvSpPr/>
          <p:nvPr/>
        </p:nvSpPr>
        <p:spPr>
          <a:xfrm>
            <a:off x="548640" y="3931920"/>
            <a:ext cx="111099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4069080"/>
            <a:ext cx="10744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Exit criteria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452628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Pilot: 100% of pilot images signed for two weeks and no false positives. Each enforcement tier: two weeks without unplanned denials and a tested break-glass.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630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needed to book the ceremony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08960"/>
            <a:ext cx="10058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D1  AWS KMS (FIPS 140-3 L3) for the CA key, or CloudHSM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D2  Enable the GitHub enterprise-unique OIDC issuer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D3  me-south-1 (Bahrain) as the DR Region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D4  Build on upstream; RHTAS as the exit path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D5  No public-good Rekor for internal artifacts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Name 2 root custodians and 3 TUF key holders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gstore Navy Teal">
  <a:themeElements>
    <a:clrScheme name="Sigstore Navy Teal">
      <a:dk1>
        <a:srgbClr val="1B2333"/>
      </a:dk1>
      <a:lt1>
        <a:srgbClr val="FFFFFF"/>
      </a:lt1>
      <a:dk2>
        <a:srgbClr val="1E2761"/>
      </a:dk2>
      <a:lt2>
        <a:srgbClr val="EAF2F4"/>
      </a:lt2>
      <a:accent1>
        <a:srgbClr val="0F7C80"/>
      </a:accent1>
      <a:accent2>
        <a:srgbClr val="E0A526"/>
      </a:accent2>
      <a:accent3>
        <a:srgbClr val="5B6770"/>
      </a:accent3>
      <a:accent4>
        <a:srgbClr val="3D8B6E"/>
      </a:accent4>
      <a:accent5>
        <a:srgbClr val="B4483A"/>
      </a:accent5>
      <a:accent6>
        <a:srgbClr val="8EA4B8"/>
      </a:accent6>
      <a:hlink>
        <a:srgbClr val="0F7C80"/>
      </a:hlink>
      <a:folHlink>
        <a:srgbClr val="5B6770"/>
      </a:folHlink>
    </a:clrScheme>
    <a:fontScheme name="Sigstore Navy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Private Sigstore Platform — Executive Overview</dc:title>
  <dc:subject>PptxGenJS Presentation</dc:subject>
  <dc:creator>Cloud Engineering Platform</dc:creator>
  <cp:lastModifiedBy>Cloud Engineering Platform</cp:lastModifiedBy>
  <cp:revision>1</cp:revision>
  <dcterms:created xsi:type="dcterms:W3CDTF">2026-10-24T14:44:53Z</dcterms:created>
  <dcterms:modified xsi:type="dcterms:W3CDTF">2026-10-24T14:44:53Z</dcterms:modified>
</cp:coreProperties>
</file>